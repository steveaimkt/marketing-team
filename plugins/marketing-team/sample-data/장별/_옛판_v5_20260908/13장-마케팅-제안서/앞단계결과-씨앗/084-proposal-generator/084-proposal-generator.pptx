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Pretendard"/>
              </a:rPr>
              <a:t>[추정]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C1917"/>
                </a:solidFill>
                <a:latin typeface="Pretendard"/>
              </a:rPr>
              <a:t>제안서 · K사 OEM 협업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259"/>
                </a:solidFill>
                <a:latin typeface="Pretendard"/>
              </a:rPr>
              <a:t>RFP 미수령 · 미팅 발언 빈도로 우선순위를 잡았다 · 2026-09-01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024128"/>
            <a:ext cx="1371600" cy="457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C1917"/>
                </a:solidFill>
                <a:latin typeface="Pretendard"/>
              </a:rPr>
              <a:t>구조 · 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Pretendard"/>
              </a:rPr>
              <a:t>하나 · 성분 정보 공개를 5절로 내렸다.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Pretendard"/>
              </a:rPr>
              <a:t>이게 이 제안서에서 가장 어려운 결정이다. 성분 공개는 이 브랜드의 정체성이고 (081)의 서사 전체가 그것이다. 그런데 상대의 평가 기준이 아니다.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Pretendard"/>
              </a:rPr>
              <a:t>둘 · 비용을 7절로 뺐다.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Pretendard"/>
              </a:rPr>
              <a:t>상대가 단가를 한 번도 안 꺼냈다. 우리가 두 번 꺼냈다. 앞에 두면 우리가 가격 경쟁을 시작하는 제안서가 된다.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Pretendard"/>
              </a:rPr>
              <a:t>A브랜드-원가구조.csv 기준으로 우리 쪽 공헌이익률은 40.6~50.0%다. 이 숫자는 제안서에 안 쓴다 — 우리 원가 구조이지 OEM 협업 단가가 아니다.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Pretendard"/>
              </a:rPr>
              <a:t>🔴 예산 범위를 모른다. (086) 못 물어본 것 둘째다. 범위를 모르고 숫자를 내면 그 숫자가 기준선이 된다.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Pretendard"/>
              </a:rPr>
              <a:t>둘 다 이 제안서의 1·2순위 절이다. 지금 상태로는 가장 중요한 두 절이 비어 있다. 숫자를 지어내면 제안서 전체가 무너진다.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3520439"/>
          <a:ext cx="1051560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917"/>
                          </a:solidFill>
                          <a:latin typeface="Pretendard"/>
                        </a:rPr>
                        <a:t>#</a:t>
                      </a:r>
                    </a:p>
                  </a:txBody>
                  <a:tcPr>
                    <a:solidFill>
                      <a:srgbClr val="F1ED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917"/>
                          </a:solidFill>
                          <a:latin typeface="Pretendard"/>
                        </a:rPr>
                        <a:t>절</a:t>
                      </a:r>
                    </a:p>
                  </a:txBody>
                  <a:tcPr>
                    <a:solidFill>
                      <a:srgbClr val="F1ED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917"/>
                          </a:solidFill>
                          <a:latin typeface="Pretendard"/>
                        </a:rPr>
                        <a:t>무엇을 말하나</a:t>
                      </a:r>
                    </a:p>
                  </a:txBody>
                  <a:tcPr>
                    <a:solidFill>
                      <a:srgbClr val="F1ED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917"/>
                          </a:solidFill>
                          <a:latin typeface="Pretendard"/>
                        </a:rPr>
                        <a:t>근거</a:t>
                      </a:r>
                    </a:p>
                  </a:txBody>
                  <a:tcPr>
                    <a:solidFill>
                      <a:srgbClr val="F1ED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우리가 이해한 과제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납기 · 소량 다품종 · 로트 일관성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086 상대 발언 3·2·1회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납기 · 우리가 할 수 있는 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리드타임 현황과 단축안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🔴 실측 자료 대기 (MD · 9/5)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소량 다품종 · 최소 수량과 전환 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086 상대 2회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로트별 품질 · 무엇을 어떻게 기록하나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086 상대 1회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성분 정보 공개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우리가 원래 하던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086 상대 1회 · 우리 3회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협업 방식과 일정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범위만 · 확정가 안 낸다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086 상대 0회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다음 단계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샘플 리드타임과 결정 일정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Pretendard"/>
                        </a:rPr>
                        <a:t>086 못 물어본 것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